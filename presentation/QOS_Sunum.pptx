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Kablosuz Örgüsel Ağlarda QoS Tabanlı Video Akışı Optimizasyonu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Gerçek zamanlı UDP · WMN simülasyonu · VSR onarımı</a:t>
            </a:r>
          </a:p>
          <a:p/>
          <a:p>
            <a:r>
              <a:t>Adınız Soyadınız · Bölüm · Tarih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WMN/WiFi: paket kaybı, gecikme, jitter</a:t>
            </a:r>
          </a:p>
          <a:p>
            <a:pPr>
              <a:defRPr sz="2000"/>
            </a:pPr>
            <a:r>
              <a:t>Eksik UDP → JPEG karede siyah bantlar</a:t>
            </a:r>
          </a:p>
          <a:p>
            <a:pPr>
              <a:defRPr sz="2000"/>
            </a:pPr>
            <a:r>
              <a:t>Sadece bitrate düşürmek görüntüyü bulanıklaştırır</a:t>
            </a:r>
          </a:p>
          <a:p>
            <a:pPr>
              <a:defRPr sz="2000"/>
            </a:pPr>
            <a:r>
              <a:t>Hedef: QoS izleme + yapay zeka ile onarım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 hedefi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WMN benzeri ağ simülasyonu (proxy)</a:t>
            </a:r>
          </a:p>
          <a:p>
            <a:pPr>
              <a:defRPr sz="2000"/>
            </a:pPr>
            <a:r>
              <a:t>QoS metrikleri → ABR kalite kademesi</a:t>
            </a:r>
          </a:p>
          <a:p>
            <a:pPr>
              <a:defRPr sz="2000"/>
            </a:pPr>
            <a:r>
              <a:t>15 kare VSR modeli ile bozuk bölgeleri onarma</a:t>
            </a:r>
          </a:p>
          <a:p>
            <a:pPr>
              <a:defRPr sz="2000"/>
            </a:pPr>
            <a:r>
              <a:t>Web dashboard ile canlı metrik ve görüntü izleme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Mimari — 4 aşama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stream_server.py — MP4 → JPEG → UDP :9998</a:t>
            </a:r>
          </a:p>
          <a:p>
            <a:pPr>
              <a:defRPr sz="2000"/>
            </a:pPr>
            <a:r>
              <a:t>2. wmn_simulator.py — kayıp/gecikme → :9999</a:t>
            </a:r>
          </a:p>
          <a:p>
            <a:pPr>
              <a:defRPr sz="2000"/>
            </a:pPr>
            <a:r>
              <a:t>3. qos_monitor.py — HIGH/MEDIUM/LOW/CRITICAL</a:t>
            </a:r>
          </a:p>
          <a:p>
            <a:pPr>
              <a:defRPr sz="2000"/>
            </a:pPr>
            <a:r>
              <a:t>4. stream_client.py — VSR + canlı önizleme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Aşama 1 — Video sunucusu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JPEG kalite + FPS ayarlı gönderim</a:t>
            </a:r>
          </a:p>
          <a:p>
            <a:pPr>
              <a:defRPr sz="2000"/>
            </a:pPr>
            <a:r>
              <a:t>60 KB chunk, 12 bayt header</a:t>
            </a:r>
          </a:p>
          <a:p>
            <a:pPr>
              <a:defRPr sz="2000"/>
            </a:pPr>
            <a:r>
              <a:t>frame_id | total_chunks | chunk_id | data_len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WMN profilleri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7680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365760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Profil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Kayıp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Gecikme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~%5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50 ms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~%15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150 ms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~%30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300 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Aşama 3–4 — QoS ve VSR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LOW/CRITICAL → VSR aktif</a:t>
            </a:r>
          </a:p>
          <a:p>
            <a:pPr>
              <a:defRPr sz="2000"/>
            </a:pPr>
            <a:r>
              <a:t>VSRModel: 15×3 kanal giriş, 8 residual block</a:t>
            </a:r>
          </a:p>
          <a:p>
            <a:pPr>
              <a:defRPr sz="2000"/>
            </a:pPr>
            <a:r>
              <a:t>Async thread — akış bloklanmaz</a:t>
            </a:r>
          </a:p>
          <a:p>
            <a:pPr>
              <a:defRPr sz="2000"/>
            </a:pPr>
            <a:r>
              <a:t>model_sharp_ep10_fixed.pth (~2.4 MB)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http://localhost:8080 — canlı metrik + 2 video</a:t>
            </a:r>
          </a:p>
          <a:p>
            <a:pPr>
              <a:defRPr sz="2000"/>
            </a:pPr>
            <a:r>
              <a:t>/pipeline.html — paket sayaçları, log</a:t>
            </a:r>
          </a:p>
          <a:p>
            <a:pPr>
              <a:defRPr sz="2000"/>
            </a:pPr>
            <a:r>
              <a:t>/comparison.html — bozuk vs onarılmış (frame)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Canlı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nsolas"/>
              </a:defRPr>
            </a:pPr>
            <a:r>
              <a:t>cd QOS-master</a:t>
            </a:r>
          </a:p>
          <a:p>
            <a:pPr>
              <a:defRPr sz="1400">
                <a:latin typeface="Consolas"/>
              </a:defRPr>
            </a:pPr>
            <a:r>
              <a:t>pip install torch torchvision opencv-python pillow numpy</a:t>
            </a:r>
          </a:p>
          <a:p>
            <a:pPr>
              <a:defRPr sz="1400">
                <a:latin typeface="Consolas"/>
              </a:defRPr>
            </a:pPr>
            <a:r>
              <a:t>python run_full_demo.py --video input.mp4 --model model_sharp_ep10_fixed.pth --profile medium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Ölçüm sonuçları (örnek)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76809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Metrik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Bozuk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VSR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Kazanım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22.02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25.81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+3.79 dB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0.7706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0.9137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+0.143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Güçlü yönler / sınırlamalar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✓ Uçtan uca prototip, modüler kod</a:t>
            </a:r>
          </a:p>
          <a:p>
            <a:pPr>
              <a:defRPr sz="2000"/>
            </a:pPr>
            <a:r>
              <a:t>✓ Ölçülebilir PSNR/SSIM</a:t>
            </a:r>
          </a:p>
          <a:p>
            <a:pPr>
              <a:defRPr sz="2000"/>
            </a:pPr>
            <a:r>
              <a:t>△ Yerel loopback (gerçek mesh değil)</a:t>
            </a:r>
          </a:p>
          <a:p>
            <a:pPr>
              <a:defRPr sz="2000"/>
            </a:pPr>
            <a:r>
              <a:t>△ VSR gecikmesi (15 kare penceresi)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Gelecek çalışmalar (düzenleyin)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Gerçek WMN test yatağı</a:t>
            </a:r>
          </a:p>
          <a:p>
            <a:pPr>
              <a:defRPr sz="2000"/>
            </a:pPr>
            <a:r>
              <a:t>Hafif model / GPU hızlandırma</a:t>
            </a:r>
          </a:p>
          <a:p>
            <a:pPr>
              <a:defRPr sz="2000"/>
            </a:pPr>
            <a:r>
              <a:t>QoS geri bildirimi ile bitrate kontrolü</a:t>
            </a:r>
          </a:p>
          <a:p>
            <a:pPr>
              <a:defRPr sz="2000"/>
            </a:pPr>
            <a:r>
              <a:t>Çoklu istemci senaryoları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Sorun giderme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Port meşgul → taskkill /F /IM python.exe</a:t>
            </a:r>
          </a:p>
          <a:p>
            <a:pPr>
              <a:defRPr sz="2000"/>
            </a:pPr>
            <a:r>
              <a:t>Görüntü yok → 15–20 sn VSR ısınması</a:t>
            </a:r>
          </a:p>
          <a:p>
            <a:pPr>
              <a:defRPr sz="2000"/>
            </a:pPr>
            <a:r>
              <a:t>comparison boş → make_web_frames.py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Teşekkürler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Sorular?</a:t>
            </a:r>
          </a:p>
          <a:p/>
          <a:p>
            <a:r>
              <a:t>e-posta@universite.edu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